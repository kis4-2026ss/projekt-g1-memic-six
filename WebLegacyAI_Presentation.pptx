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84" autoAdjust="0"/>
  </p:normalViewPr>
  <p:slideViewPr>
    <p:cSldViewPr snapToGrid="0" snapToObjects="1">
      <p:cViewPr>
        <p:scale>
          <a:sx n="85" d="100"/>
          <a:sy n="85" d="100"/>
        </p:scale>
        <p:origin x="1378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WebLegacy</a:t>
            </a:r>
            <a:r>
              <a:rPr dirty="0"/>
              <a:t>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0585" y="3877408"/>
            <a:ext cx="7156938" cy="17526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AI-Driven Web-Backend Modernization</a:t>
            </a:r>
          </a:p>
          <a:p>
            <a:endParaRPr dirty="0"/>
          </a:p>
          <a:p>
            <a:r>
              <a:rPr dirty="0"/>
              <a:t>Team: Aldin Memic &amp; Amadin Six</a:t>
            </a:r>
          </a:p>
          <a:p>
            <a:r>
              <a:rPr dirty="0"/>
              <a:t>KIS4 - AI-Assisted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Unternehmen</a:t>
            </a:r>
            <a:r>
              <a:rPr dirty="0"/>
              <a:t> </a:t>
            </a:r>
            <a:r>
              <a:rPr dirty="0" err="1"/>
              <a:t>sitzen</a:t>
            </a:r>
            <a:r>
              <a:rPr dirty="0"/>
              <a:t> auf </a:t>
            </a:r>
            <a:r>
              <a:rPr dirty="0" err="1"/>
              <a:t>monolithischem</a:t>
            </a:r>
            <a:r>
              <a:rPr dirty="0"/>
              <a:t> PHP-Code.</a:t>
            </a:r>
          </a:p>
          <a:p>
            <a:r>
              <a:rPr dirty="0" err="1"/>
              <a:t>Wartung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teuer</a:t>
            </a:r>
            <a:r>
              <a:rPr dirty="0"/>
              <a:t>, Code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unstrukturiert</a:t>
            </a:r>
            <a:r>
              <a:rPr dirty="0"/>
              <a:t> (Spaghetti-Code).</a:t>
            </a:r>
          </a:p>
          <a:p>
            <a:r>
              <a:rPr dirty="0"/>
              <a:t>Schwer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testen</a:t>
            </a:r>
            <a:r>
              <a:rPr dirty="0"/>
              <a:t> und </a:t>
            </a:r>
            <a:r>
              <a:rPr dirty="0" err="1"/>
              <a:t>fehleranfällig</a:t>
            </a:r>
            <a:r>
              <a:rPr dirty="0"/>
              <a:t>.</a:t>
            </a:r>
          </a:p>
          <a:p>
            <a:r>
              <a:rPr dirty="0" err="1"/>
              <a:t>Fehlende</a:t>
            </a:r>
            <a:r>
              <a:rPr dirty="0"/>
              <a:t> Typensicherheit &amp; </a:t>
            </a:r>
            <a:r>
              <a:rPr dirty="0" err="1"/>
              <a:t>moderne</a:t>
            </a:r>
            <a:r>
              <a:rPr dirty="0"/>
              <a:t> Design Patterns</a:t>
            </a:r>
            <a:r>
              <a:rPr lang="de-DE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Unsere Lösung: WebLegacy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Keine </a:t>
            </a:r>
            <a:r>
              <a:rPr dirty="0" err="1"/>
              <a:t>sture</a:t>
            </a:r>
            <a:r>
              <a:rPr dirty="0"/>
              <a:t> Zeile-für-Zeile </a:t>
            </a:r>
            <a:r>
              <a:rPr dirty="0" err="1"/>
              <a:t>Übersetzung</a:t>
            </a:r>
            <a:r>
              <a:rPr dirty="0"/>
              <a:t>!</a:t>
            </a:r>
          </a:p>
          <a:p>
            <a:r>
              <a:rPr dirty="0" err="1"/>
              <a:t>Analyse</a:t>
            </a:r>
            <a:r>
              <a:rPr dirty="0"/>
              <a:t> der </a:t>
            </a:r>
            <a:r>
              <a:rPr dirty="0" err="1"/>
              <a:t>echten</a:t>
            </a:r>
            <a:r>
              <a:rPr dirty="0"/>
              <a:t> </a:t>
            </a:r>
            <a:r>
              <a:rPr dirty="0" err="1"/>
              <a:t>Geschäftslogik</a:t>
            </a:r>
            <a:r>
              <a:rPr dirty="0"/>
              <a:t> (Business Intent).</a:t>
            </a:r>
          </a:p>
          <a:p>
            <a:r>
              <a:rPr dirty="0" err="1"/>
              <a:t>Vollautomatischer</a:t>
            </a:r>
            <a:r>
              <a:rPr dirty="0"/>
              <a:t> Aufbau </a:t>
            </a:r>
            <a:r>
              <a:rPr dirty="0" err="1"/>
              <a:t>eines</a:t>
            </a:r>
            <a:r>
              <a:rPr dirty="0"/>
              <a:t> C# ASP.NET Core </a:t>
            </a:r>
            <a:r>
              <a:rPr dirty="0" err="1"/>
              <a:t>Projekts</a:t>
            </a:r>
            <a:r>
              <a:rPr dirty="0"/>
              <a:t>.</a:t>
            </a:r>
          </a:p>
          <a:p>
            <a:r>
              <a:rPr dirty="0" err="1"/>
              <a:t>Nutzung</a:t>
            </a:r>
            <a:r>
              <a:rPr dirty="0"/>
              <a:t> von Controller-Service-Repository Patterns</a:t>
            </a:r>
            <a:r>
              <a:rPr lang="de-DE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&amp; Workflow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E6D4F54-3E0D-A828-5FF5-3097D324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892" y="1417638"/>
            <a:ext cx="4870215" cy="51657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Ziel-Architektur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Controller: </a:t>
            </a:r>
            <a:r>
              <a:rPr dirty="0" err="1"/>
              <a:t>Nimmt</a:t>
            </a:r>
            <a:r>
              <a:rPr dirty="0"/>
              <a:t> HTTP Requests </a:t>
            </a:r>
            <a:r>
              <a:rPr dirty="0" err="1"/>
              <a:t>entgegen</a:t>
            </a:r>
            <a:r>
              <a:rPr dirty="0"/>
              <a:t> (API / Swagger).</a:t>
            </a:r>
          </a:p>
          <a:p>
            <a:r>
              <a:rPr dirty="0"/>
              <a:t>Service: </a:t>
            </a:r>
            <a:r>
              <a:rPr dirty="0" err="1"/>
              <a:t>Enthält</a:t>
            </a:r>
            <a:r>
              <a:rPr dirty="0"/>
              <a:t> die KI-</a:t>
            </a:r>
            <a:r>
              <a:rPr dirty="0" err="1"/>
              <a:t>übersetzte</a:t>
            </a:r>
            <a:r>
              <a:rPr dirty="0"/>
              <a:t> </a:t>
            </a:r>
            <a:r>
              <a:rPr dirty="0" err="1"/>
              <a:t>Geschäftslogik</a:t>
            </a:r>
            <a:r>
              <a:rPr dirty="0"/>
              <a:t>.</a:t>
            </a:r>
          </a:p>
          <a:p>
            <a:r>
              <a:rPr dirty="0"/>
              <a:t>Repository: </a:t>
            </a:r>
            <a:r>
              <a:rPr dirty="0" err="1"/>
              <a:t>Spricht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Entity Framework </a:t>
            </a:r>
            <a:r>
              <a:rPr dirty="0" err="1"/>
              <a:t>mit</a:t>
            </a:r>
            <a:r>
              <a:rPr dirty="0"/>
              <a:t> MySQL.</a:t>
            </a:r>
          </a:p>
          <a:p>
            <a:r>
              <a:rPr dirty="0"/>
              <a:t>Dependency Injection: Sauber </a:t>
            </a:r>
            <a:r>
              <a:rPr dirty="0" err="1"/>
              <a:t>entkoppelte</a:t>
            </a:r>
            <a:r>
              <a:rPr dirty="0"/>
              <a:t> </a:t>
            </a:r>
            <a:r>
              <a:rPr dirty="0" err="1"/>
              <a:t>Komponenten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 Assistance &amp;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Herausforderung</a:t>
            </a:r>
            <a:r>
              <a:rPr dirty="0"/>
              <a:t>: 'Lost in the Middle'-Problem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großen</a:t>
            </a:r>
            <a:r>
              <a:rPr dirty="0"/>
              <a:t> </a:t>
            </a:r>
            <a:r>
              <a:rPr dirty="0" err="1"/>
              <a:t>Dateien</a:t>
            </a:r>
            <a:r>
              <a:rPr dirty="0"/>
              <a:t>.</a:t>
            </a:r>
          </a:p>
          <a:p>
            <a:r>
              <a:rPr dirty="0" err="1"/>
              <a:t>Lösung</a:t>
            </a:r>
            <a:r>
              <a:rPr dirty="0"/>
              <a:t>: </a:t>
            </a:r>
            <a:r>
              <a:rPr dirty="0" err="1"/>
              <a:t>Geschärfte</a:t>
            </a:r>
            <a:r>
              <a:rPr dirty="0"/>
              <a:t> Prompts &amp; Interface-</a:t>
            </a:r>
            <a:r>
              <a:rPr dirty="0" err="1"/>
              <a:t>Übergabe</a:t>
            </a:r>
            <a:r>
              <a:rPr dirty="0"/>
              <a:t> für </a:t>
            </a:r>
            <a:r>
              <a:rPr dirty="0" err="1"/>
              <a:t>sauberen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.</a:t>
            </a:r>
          </a:p>
          <a:p>
            <a:r>
              <a:rPr dirty="0" err="1"/>
              <a:t>Einsatz</a:t>
            </a:r>
            <a:r>
              <a:rPr dirty="0"/>
              <a:t>: Logik-</a:t>
            </a:r>
            <a:r>
              <a:rPr dirty="0" err="1"/>
              <a:t>Übersetzung</a:t>
            </a:r>
            <a:r>
              <a:rPr dirty="0"/>
              <a:t> UND </a:t>
            </a:r>
            <a:r>
              <a:rPr dirty="0" err="1"/>
              <a:t>automatisierte</a:t>
            </a:r>
            <a:r>
              <a:rPr dirty="0"/>
              <a:t> Test-</a:t>
            </a:r>
            <a:r>
              <a:rPr dirty="0" err="1"/>
              <a:t>Generierung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Cross-Language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KI </a:t>
            </a:r>
            <a:r>
              <a:rPr dirty="0" err="1"/>
              <a:t>generiert</a:t>
            </a:r>
            <a:r>
              <a:rPr dirty="0"/>
              <a:t> API-</a:t>
            </a:r>
            <a:r>
              <a:rPr dirty="0" err="1"/>
              <a:t>Testfälle</a:t>
            </a:r>
            <a:r>
              <a:rPr dirty="0"/>
              <a:t> (JSON).</a:t>
            </a:r>
          </a:p>
          <a:p>
            <a:r>
              <a:rPr dirty="0"/>
              <a:t>Tests </a:t>
            </a:r>
            <a:r>
              <a:rPr dirty="0" err="1"/>
              <a:t>laufen</a:t>
            </a:r>
            <a:r>
              <a:rPr dirty="0"/>
              <a:t> </a:t>
            </a:r>
            <a:r>
              <a:rPr dirty="0" err="1"/>
              <a:t>gegen</a:t>
            </a:r>
            <a:r>
              <a:rPr dirty="0"/>
              <a:t> den </a:t>
            </a:r>
            <a:r>
              <a:rPr dirty="0" err="1"/>
              <a:t>alten</a:t>
            </a:r>
            <a:r>
              <a:rPr dirty="0"/>
              <a:t> PHP-Server.</a:t>
            </a:r>
          </a:p>
          <a:p>
            <a:r>
              <a:rPr dirty="0"/>
              <a:t>Tests </a:t>
            </a:r>
            <a:r>
              <a:rPr dirty="0" err="1"/>
              <a:t>laufen</a:t>
            </a:r>
            <a:r>
              <a:rPr dirty="0"/>
              <a:t> </a:t>
            </a:r>
            <a:r>
              <a:rPr dirty="0" err="1"/>
              <a:t>gegen</a:t>
            </a:r>
            <a:r>
              <a:rPr dirty="0"/>
              <a:t> die </a:t>
            </a:r>
            <a:r>
              <a:rPr dirty="0" err="1"/>
              <a:t>neue</a:t>
            </a:r>
            <a:r>
              <a:rPr dirty="0"/>
              <a:t> C#-API.</a:t>
            </a:r>
          </a:p>
          <a:p>
            <a:r>
              <a:rPr dirty="0" err="1"/>
              <a:t>Automatischer</a:t>
            </a:r>
            <a:r>
              <a:rPr dirty="0"/>
              <a:t> </a:t>
            </a:r>
            <a:r>
              <a:rPr dirty="0" err="1"/>
              <a:t>Vergleich</a:t>
            </a:r>
            <a:r>
              <a:rPr dirty="0"/>
              <a:t> der JSON-Outputs </a:t>
            </a:r>
            <a:r>
              <a:rPr dirty="0" err="1"/>
              <a:t>sichert</a:t>
            </a:r>
            <a:r>
              <a:rPr dirty="0"/>
              <a:t> </a:t>
            </a:r>
            <a:r>
              <a:rPr dirty="0" err="1"/>
              <a:t>funktionale</a:t>
            </a:r>
            <a:r>
              <a:rPr dirty="0"/>
              <a:t> </a:t>
            </a:r>
            <a:r>
              <a:rPr dirty="0" err="1"/>
              <a:t>Korrektheit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/ Showcase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Ein Blick in den </a:t>
            </a:r>
            <a:r>
              <a:rPr dirty="0" err="1"/>
              <a:t>alten</a:t>
            </a:r>
            <a:r>
              <a:rPr dirty="0"/>
              <a:t> PHP Code.</a:t>
            </a:r>
          </a:p>
          <a:p>
            <a:r>
              <a:rPr dirty="0"/>
              <a:t>2. </a:t>
            </a:r>
            <a:r>
              <a:rPr dirty="0" err="1"/>
              <a:t>Ausführung</a:t>
            </a:r>
            <a:r>
              <a:rPr dirty="0"/>
              <a:t> der Pipeline (run.bat).</a:t>
            </a:r>
          </a:p>
          <a:p>
            <a:r>
              <a:rPr dirty="0"/>
              <a:t>3. </a:t>
            </a:r>
            <a:r>
              <a:rPr dirty="0" err="1"/>
              <a:t>Resultat</a:t>
            </a:r>
            <a:r>
              <a:rPr dirty="0"/>
              <a:t>: Die </a:t>
            </a:r>
            <a:r>
              <a:rPr dirty="0" err="1"/>
              <a:t>generierte</a:t>
            </a:r>
            <a:r>
              <a:rPr dirty="0"/>
              <a:t> C# API (Swagger)</a:t>
            </a:r>
            <a:r>
              <a:rPr lang="de-DE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2520"/>
          </a:xfrm>
        </p:spPr>
        <p:txBody>
          <a:bodyPr>
            <a:normAutofit lnSpcReduction="10000"/>
          </a:bodyPr>
          <a:lstStyle/>
          <a:p>
            <a:r>
              <a:rPr dirty="0"/>
              <a:t>LLMs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komplexe</a:t>
            </a:r>
            <a:r>
              <a:rPr dirty="0"/>
              <a:t> </a:t>
            </a:r>
            <a:r>
              <a:rPr dirty="0" err="1"/>
              <a:t>Architektur-Transformationen</a:t>
            </a:r>
            <a:r>
              <a:rPr dirty="0"/>
              <a:t> </a:t>
            </a:r>
            <a:r>
              <a:rPr dirty="0" err="1"/>
              <a:t>leisten</a:t>
            </a:r>
            <a:r>
              <a:rPr dirty="0"/>
              <a:t>.</a:t>
            </a:r>
          </a:p>
          <a:p>
            <a:r>
              <a:rPr dirty="0" err="1"/>
              <a:t>WebLegacy</a:t>
            </a:r>
            <a:r>
              <a:rPr dirty="0"/>
              <a:t> AI spart an </a:t>
            </a:r>
            <a:r>
              <a:rPr dirty="0" err="1"/>
              <a:t>manueller</a:t>
            </a:r>
            <a:r>
              <a:rPr dirty="0"/>
              <a:t> </a:t>
            </a:r>
            <a:r>
              <a:rPr dirty="0" err="1"/>
              <a:t>Entwicklungszeit</a:t>
            </a:r>
            <a:r>
              <a:rPr dirty="0"/>
              <a:t>.</a:t>
            </a:r>
          </a:p>
          <a:p>
            <a:r>
              <a:rPr dirty="0" err="1"/>
              <a:t>Strikte</a:t>
            </a:r>
            <a:r>
              <a:rPr dirty="0"/>
              <a:t> Prompt-</a:t>
            </a:r>
            <a:r>
              <a:rPr dirty="0" err="1"/>
              <a:t>Regeln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essenziell</a:t>
            </a:r>
            <a:r>
              <a:rPr dirty="0"/>
              <a:t> für </a:t>
            </a:r>
            <a:r>
              <a:rPr dirty="0" err="1"/>
              <a:t>syntaktisch</a:t>
            </a:r>
            <a:r>
              <a:rPr dirty="0"/>
              <a:t> </a:t>
            </a:r>
            <a:r>
              <a:rPr dirty="0" err="1"/>
              <a:t>korrekten</a:t>
            </a:r>
            <a:r>
              <a:rPr dirty="0"/>
              <a:t> Code.</a:t>
            </a:r>
            <a:endParaRPr lang="de-DE" dirty="0"/>
          </a:p>
          <a:p>
            <a:r>
              <a:rPr lang="de-DE" dirty="0"/>
              <a:t>Gemini API Key ist teuer in der Nutzung.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 err="1"/>
              <a:t>Vielen</a:t>
            </a:r>
            <a:r>
              <a:rPr dirty="0"/>
              <a:t> Dank für </a:t>
            </a:r>
            <a:r>
              <a:rPr dirty="0" err="1"/>
              <a:t>eure</a:t>
            </a:r>
            <a:r>
              <a:rPr dirty="0"/>
              <a:t> </a:t>
            </a:r>
            <a:r>
              <a:rPr dirty="0" err="1"/>
              <a:t>Aufmerksamkeit</a:t>
            </a:r>
            <a:r>
              <a:rPr dirty="0"/>
              <a:t>!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Bildschirmpräsentation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WebLegacy AI</vt:lpstr>
      <vt:lpstr>Das Problem</vt:lpstr>
      <vt:lpstr>Unsere Lösung: WebLegacy AI</vt:lpstr>
      <vt:lpstr>System &amp; Workflow</vt:lpstr>
      <vt:lpstr>Ziel-Architektur in C#</vt:lpstr>
      <vt:lpstr>KI Assistance &amp; Gemini</vt:lpstr>
      <vt:lpstr>Cross-Language Validation</vt:lpstr>
      <vt:lpstr>Live Demo / Showcase</vt:lpstr>
      <vt:lpstr>Fazit &amp;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19</cp:revision>
  <dcterms:created xsi:type="dcterms:W3CDTF">2013-01-27T09:14:16Z</dcterms:created>
  <dcterms:modified xsi:type="dcterms:W3CDTF">2026-05-29T09:56:36Z</dcterms:modified>
  <cp:category/>
</cp:coreProperties>
</file>