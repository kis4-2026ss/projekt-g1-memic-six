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WebLegacy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AI-Driven Web-Backend Modernization</a:t>
            </a:r>
          </a:p>
          <a:p>
            <a:r>
              <a:t>Team: Aldin Memic &amp; Amadin Six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Legacy PHP-Code ist oft unstrukturiert (Spaghetti-Code).</a:t>
            </a:r>
          </a:p>
          <a:p>
            <a:pPr/>
            <a:r>
              <a:t>Hoher manueller Aufwand und Risiko bei manueller Migration.</a:t>
            </a:r>
          </a:p>
          <a:p>
            <a:pPr/>
            <a:r>
              <a:t>Einfaches 'Übersetzen' reicht nicht – die Architektur muss modernisiert werden.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Unser Workflow (Die 3 Phasen)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Analysis: LLM liest PHP und extrahiert den 'Business Intent' (als JSON).</a:t>
            </a:r>
          </a:p>
          <a:p>
            <a:pPr/>
            <a:r>
              <a:t>2. Generation: C#-Komponenten (Controller, Services, Repositories).</a:t>
            </a:r>
          </a:p>
          <a:p>
            <a:pPr/>
            <a:r>
              <a:t>3. Validation: Automatisierter Cross-Language Test der Ergebnisse.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 große Problem mit generativer KI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LLMs (wie Gemini) sind probabilistisch ('kreativ' und manchmal 'faul').</a:t>
            </a:r>
          </a:p>
          <a:p>
            <a:pPr/>
            <a:r>
              <a:t>Token-Einsparung führt zu unvollständigem Code (fehlende Datenbank-Models).</a:t>
            </a:r>
          </a:p>
          <a:p>
            <a:pPr/>
            <a:r>
              <a:t>Erfinden von fiktiven Namespaces bricht sofort den C#-Compiler.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Unsere Lösung: Strict System Prompting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Keine reine Übersetzung, sondern eine regelbasierte Prompt-Engine.</a:t>
            </a:r>
          </a:p>
          <a:p>
            <a:pPr/>
            <a:r>
              <a:t>11 eiserne Compiler-Regeln (Die Leitplanken).</a:t>
            </a:r>
          </a:p>
          <a:p>
            <a:pPr/>
            <a:r>
              <a:t>Beispiele: Zwangsvollständigkeit für DB-Models, Verbot von Sub-Namespaces.</a:t>
            </a:r>
          </a:p>
          <a:p>
            <a:pPr/>
            <a:r>
              <a:t>Umbenennung von kollidierenden Tabellen (z.B. 'Task' zu 'UserTask').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 Meisterstück: Cross-Language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Wie beweist man, dass die KI keinen Unsinn übersetzt hat?</a:t>
            </a:r>
          </a:p>
          <a:p>
            <a:pPr/>
            <a:r>
              <a:t>Dynamisch generierte HTTP-Testfälle (Integrationstests).</a:t>
            </a:r>
          </a:p>
          <a:p>
            <a:pPr/>
            <a:r>
              <a:t>Vergleich der JSON-Outputs von altem PHP- und neuem C#-Server.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Ergebnisse &amp; Live-Demo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Pipeline generiert saubere Services mit Entity Framework Core.</a:t>
            </a:r>
          </a:p>
          <a:p>
            <a:pPr/>
            <a:r>
              <a:t>Vollständige Dependency Injection (DI) Architektur.</a:t>
            </a:r>
          </a:p>
          <a:p>
            <a:pPr/>
            <a:r>
              <a:t>Automatischer Validation-Report bestätigt erfolgreiche Migration.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Fazit &amp; Learnings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KI ersetzt nicht das Software Engineering – sie erfordert extrem gutes Engineering.</a:t>
            </a:r>
          </a:p>
          <a:p>
            <a:pPr/>
            <a:r>
              <a:t>Prompts müssen als Code (Regelwerke) behandelt werden.</a:t>
            </a:r>
          </a:p>
          <a:p>
            <a:pPr/>
            <a:r>
              <a:t>Erfolgreiche Modernisierung ist durch automatisierte Pipelines möglich.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