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Sprecher: Aldin &amp; Amadin | Dauer: ca. 1.5 - 2 Minuten</a:t>
            </a:r>
          </a:p>
          <a:p/>
          <a:p>
            <a:r>
              <a:t>=== SPRECHTEXT ===</a:t>
            </a:r>
          </a:p>
          <a:p/>
          <a:p>
            <a:r>
              <a:t>Hallo zusammen! Willkommen zum großen Update-Vortrag über unser Projekt 'WebLegacy AI'. In den nächsten 18 Minuten möchten wir euch zeigen, wie wir unsere Migration-Engine auf ein völlig neues Level gehoben haben.</a:t>
            </a:r>
          </a:p>
          <a:p/>
          <a:p>
            <a:r>
              <a:t>Unser ursprüngliches Ziel war es, PHP-Monolithen in C# zu transformieren. In der Praxis haben wir jedoch gelernt, dass eine bloße Syntax-Übersetzung extrem fehleranfällig ist, wenn die Datenbank-Schemata und die strengen Compiler-Regeln von C# nicht berücksichtigt werden.</a:t>
            </a:r>
          </a:p>
          <a:p/>
          <a:p>
            <a:r>
              <a:t>Deshalb haben wir in diesem Update zwei massive neue Features integriert: Erstens ein echtes 'Target SQL Database Schema Mapping' – das heißt, wir können der Engine das exakte Zieldatenbank-Schema übergeben. Zweitens haben wir ein Regelwerk für 'Compiler-proof C#' implementiert. Damit überwinden wir typische C#-Kompilierfehler wie fehlende Namespace-Usings bei Transaktionen oder Nullable-Warnungen.</a:t>
            </a:r>
          </a:p>
          <a:p/>
          <a:p>
            <a:r>
              <a:t>Wir führen euch jetzt durch diese neuen Hürden und zeigen euch im Detail, wie wir sie mit Gemini gelöst haben!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Sprecher: Aldin &amp; Amadin | Dauer: ca. 2.5 - 3 Minuten</a:t>
            </a:r>
          </a:p>
          <a:p/>
          <a:p>
            <a:r>
              <a:t>=== SPRECHTEXT ===</a:t>
            </a:r>
          </a:p>
          <a:p/>
          <a:p>
            <a:r>
              <a:t>Lasst uns mit dem Kernproblem anfangen, das wir alle aus dem Entwickleralltag kennen: Dem 'Legacy-Dilemma'. Viele Webseiten und Systeme weltweit laufen immer noch auf alten PHP-Versionen.</a:t>
            </a:r>
          </a:p>
          <a:p/>
          <a:p>
            <a:r>
              <a:t>Und das bringt massive Hürden mit sich. Als erstes haben wir da den Spaghetti-Code. Im PHP der alten Schule war es völlig normal, HTML-Elemente für die Anzeige, Berechnungslogik und Datenbankabfragen direkt in eine einzige Datei zu werfen.</a:t>
            </a:r>
          </a:p>
          <a:p/>
          <a:p>
            <a:r>
              <a:t>Für einen jungen Entwickler, der das heute warten soll, ist das ein Albtraum. Man blickt einfach nicht durch, wo die Logik endet und das Design anfängt.</a:t>
            </a:r>
          </a:p>
          <a:p/>
          <a:p>
            <a:r>
              <a:t>Zudem hat altes PHP standardmäßig keine Typensicherheit. Wenn eine Variable '$result' verwendet wird, weiß man nie genau, ob es ein DB-Objekt, ein Array oder ein Boolean ist. Fehler fliegen uns also erst direkt beim Kunden zur Laufzeit um die Ohren.</a:t>
            </a:r>
          </a:p>
          <a:p/>
          <a:p>
            <a:r>
              <a:t>Ein weiteres großes Sicherheitsrisiko sind rohe SQL-Abfragen, die oft direkt per String-Verknüpfung zusammengesetzt werden. Das ist eine Einladung für SQL-Injections, vor denen uns moderne C#-Frameworks mit ihren standardmäßig parametrisierten ORMs sofort schützen.</a:t>
            </a:r>
          </a:p>
          <a:p/>
          <a:p>
            <a:r>
              <a:t>Und all diese Punkte führen direkt in die Wartungs-Hölle. Man ändert eine Codezeile links oben und plötzlich bricht das System rechts unten zusammen. Das wollen wir beheben!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Sprecher: Aldin &amp; Amadin | Dauer: ca. 2 Minuten</a:t>
            </a:r>
          </a:p>
          <a:p/>
          <a:p>
            <a:r>
              <a:t>=== SPRECHTEXT ===</a:t>
            </a:r>
          </a:p>
          <a:p/>
          <a:p>
            <a:r>
              <a:t>Kommen wir zu unserer grundlegenden Philosophie für dieses Projekt.</a:t>
            </a:r>
          </a:p>
          <a:p/>
          <a:p>
            <a:r>
              <a:t>Es gibt da eine ganz wichtige Erkenntnis: 'Wer Spaghetti-PHP-Code einfach 1:1 übersetzt, hat am Ende nichts gewonnen – man hat dann nur C#-Spaghetti!' Das wollten wir verhindern.</a:t>
            </a:r>
          </a:p>
          <a:p/>
          <a:p>
            <a:r>
              <a:t>Und hier kommt unser erstes großes Update-Feature ins Spiel: Das 'Target SQL Database Schema Mapping'. Häufig greift alter PHP-Code wild auf eine Datenbank zu, ohne dass klar ist, welche Fremdschlüssel und Einschränkungen eigentlich existieren.</a:t>
            </a:r>
          </a:p>
          <a:p/>
          <a:p>
            <a:r>
              <a:t>Mit unserem neuen Parameter `--schema-sql` können wir nun die exakte SQL-Definition der Zieldatenbank mitgeben. Die KI versteht dadurch sofort: 'Aha, die Tabelle 'Guests' hat diese Spalten und Beziehungen'. Sie generiert dann C#-Modelle und Entity Framework Core-Klassen, die sich zu 100% präzise an dieses Schema halten.</a:t>
            </a:r>
          </a:p>
          <a:p/>
          <a:p>
            <a:r>
              <a:t>Daraus bauen wir das saubere Dreischicht-Architekturmuster auf: API-Controller empfangen HTTP-Requests, Services verarbeiten die Geschäftslogik und Repositories wickeln den Datenzugriff über das Entity Framework 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Sprecher: Aldin &amp; Amadin | Dauer: ca. 2.5 - 3 Minuten</a:t>
            </a:r>
          </a:p>
          <a:p/>
          <a:p>
            <a:r>
              <a:t>=== SPRECHTEXT ===</a:t>
            </a:r>
          </a:p>
          <a:p/>
          <a:p>
            <a:r>
              <a:t>Wie läuft dieser Migrations-Prozess nun konkret in unserem modernisierten Tool ab? Wir haben einen sauberen, dreistufigen Ablauf programmiert.</a:t>
            </a:r>
          </a:p>
          <a:p/>
          <a:p>
            <a:r>
              <a:t>In Schritt 1, der Analyse, liest unsere Python-App die PHP-Monolithen ein und sendet sie an Gemini. Gemini extrahiert die Geschäftsregeln und gibt uns ein strukturiertes JSON zurück: 'Welche Eingaben werden erwartet, welche Ausgaben erzeugt und welche Business-Rules gelten?'.</a:t>
            </a:r>
          </a:p>
          <a:p/>
          <a:p>
            <a:r>
              <a:t>In Schritt 2, dem Mapping, bringen wir die neuen Daten ins Spiel! Wenn eine SQL-Schema-Datei übergeben wurde (z.B. `--schema-sql target.sql`), gleicht das System die analysierten PHP-Zugriffe mit dem echten Datenbankschema ab. Dadurch weiß die KI exakt, welche Typen und Beziehungen in C# generiert werden müssen.</a:t>
            </a:r>
          </a:p>
          <a:p/>
          <a:p>
            <a:r>
              <a:t>In Schritt 3, der Generierung, schreiben wir die C#-Dateien. Hier greifen unsere brandneuen 'Strict C#-Guidelines'. Die KI wird gezwungen, alle Namespace-Usings einzufügen, Nullable Reference Types (`Task&lt;User?&gt;` statt `Task&lt;User&gt;`) sauber zu handhaben, um Compilerwarnungen zu vermeiden, und konsistente asynchrone Bezeichner (`Async`) zu erzeugen. Das Ergebnis ist fehlerfreier Code, der direkt kompiliert.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Sprecher: Aldin &amp; Amadin | Dauer: ca. 2.5 - 3 Minuten</a:t>
            </a:r>
          </a:p>
          <a:p/>
          <a:p>
            <a:r>
              <a:t>=== SPRECHTEXT ===</a:t>
            </a:r>
          </a:p>
          <a:p/>
          <a:p>
            <a:r>
              <a:t>In der Theorie klingt KI-gestützte Codegenerierung magisch. In der Praxis stolpert man als Entwickler jedoch sehr schnell über harte Compilerfehler.</a:t>
            </a:r>
          </a:p>
          <a:p/>
          <a:p>
            <a:r>
              <a:t>Eine der größten Hürden war die 'Compiler-Falle'. Wenn wir C#-Code generierten, passierte es oft, dass Gemini wichtige `using`-Direktiven vergaß. Ein prominentes Beispiel sind EF Core Transaktionen: Verwendet die KI `BeginTransactionAsync()`, braucht sie zwingend den Namespace `using Microsoft.EntityFrameworkCore.Storage;`, sonst meldet der Compiler den Fehler CS0246. Außerdem führten Nullable-Warnungen (CS8603) wegen nicht behandelter Null-Werte zu Fehlern.</a:t>
            </a:r>
          </a:p>
          <a:p/>
          <a:p>
            <a:r>
              <a:t>Und wie haben wir diese Hürden gelöst? Wir haben unsere Prompts in `src/engine/prompts.py` massiv aufgerüstet und mit 'STRICT GUIDELINES FOR QUALITY AND COMPILATION' versehen.</a:t>
            </a:r>
          </a:p>
          <a:p/>
          <a:p>
            <a:r>
              <a:t>Wir zwingen die KI nun explizit dazu, all diese Namespaces einzubinden, Nullable reference types über Fragezeichen-Kennzeichner sauber zu deklarieren (z. B. `Task&lt;User?&gt;` für Methoden, die Null zurückgeben können) und dem asynchronen Programmiermuster sauber zu folgen.</a:t>
            </a:r>
          </a:p>
          <a:p/>
          <a:p>
            <a:r>
              <a:t>Zusätzlich haben wir durch das Laden der echten SQL-Dateien die SQL-Typ-Verwirrung gelöst. Die KI muss nicht mehr raten, ob ein Feld ein `VARCHAR` oder `INT` ist, sondern übernimmt es exakt aus der SQL-Definition. Zusammen mit dem Retry-System für 503-Fehler ist unsere Pipeline nun absolut krisensicher!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Sprecher: Aldin &amp; Amadin | Dauer: ca. 2.5 - 3 Minuten</a:t>
            </a:r>
          </a:p>
          <a:p/>
          <a:p>
            <a:r>
              <a:t>=== SPRECHTEXT ===</a:t>
            </a:r>
          </a:p>
          <a:p/>
          <a:p>
            <a:r>
              <a:t>Lasst uns einen Blick auf das Herzstück unseres Codes in `src/main.py` werfen, der durch das Git-Update reingekommen ist. Für junge Entwickler ist dieser Code extrem leicht verständlich, weil er logisch linear aufgebaut ist.</a:t>
            </a:r>
          </a:p>
          <a:p/>
          <a:p>
            <a:r>
              <a:t>In Schritt 1 sehen wir den neuen Zieldatenbank-Support: Wir lesen die Datei ein, die über das Argument `--schema-sql` übergeben wurde, und speichern das rohe SQL-Schema in der Variable `sql_schema` ab.</a:t>
            </a:r>
          </a:p>
          <a:p/>
          <a:p>
            <a:r>
              <a:t>In Schritt 2 instanziieren wir unsere `MigrationEngine`. Diese kümmert sich um die gesamte Kommunikation mit der Google Gemini-API.</a:t>
            </a:r>
          </a:p>
          <a:p/>
          <a:p>
            <a:r>
              <a:t>In Schritt 3 stoßen wir die Migration über `run_migration` an. Wir übergeben nicht nur den PHP-Code, sondern auch das geladene `sql_schema`. Die Engine führt erst den Analyse-Prompt aus, fasst den Intent zusammen und übergibt diese Zusammenfassung zusammen mit dem SQL-Schema an den C#-Generierungs-Prompt.</a:t>
            </a:r>
          </a:p>
          <a:p/>
          <a:p>
            <a:r>
              <a:t>In Schritt 4 nimmt der `CSharpProjectGenerator` das strukturierte JSON-Ergebnis entgegen und schreibt die physischen Klassen für Controller, Services, Repositories und das DbContext-Dokument sauber auf die Festplatte.</a:t>
            </a:r>
          </a:p>
          <a:p/>
          <a:p>
            <a:r>
              <a:t>Ihr seht: Mit ganz wenigen Codezeilen in Python orchestrieren wir ein extrem mächtiges Tool!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Sprecher: Aldin &amp; Amadin | Dauer: ca. 2 Minuten</a:t>
            </a:r>
          </a:p>
          <a:p/>
          <a:p>
            <a:r>
              <a:t>=== SPRECHTEXT ===</a:t>
            </a:r>
          </a:p>
          <a:p/>
          <a:p>
            <a:r>
              <a:t>Jetzt, wo wir die Theorie und den API-Aufruf verstanden haben, lasst uns das konkrete Resultat gegenüberstellen: Das 'Vorher' gegen das 'Nachher'.</a:t>
            </a:r>
          </a:p>
          <a:p/>
          <a:p>
            <a:r>
              <a:t>Auf der linken Seite sehen wir unsere Ausgangssituation im PHP-Monolithen: spaghetti-artiger Code. HTML ist mit Logik vermischt, SQL-Befehle werden direkt als Strings an die Datenbank geschickt – ein offenes Tor für Sicherheitslücken. Zudem gibt es keine Typensicherheit.</a:t>
            </a:r>
          </a:p>
          <a:p/>
          <a:p>
            <a:r>
              <a:t>Auf der rechten Seite sehen wir das stolze Ergebnis unserer modernisierten Migration: Sauber strukturiertes, absolut compiler-proof C#.</a:t>
            </a:r>
          </a:p>
          <a:p/>
          <a:p>
            <a:r>
              <a:t>Dank unserer neuen 'STRICT GUIDELINES' kompiliert der generierte Code völlig warnungsfrei in Visual Studio. Alle `using`-Imports (z.B. für EF Core Transaktionsspeicher) sind an Ort und Stelle. Durch die konsequente Verwendung von C# Nullable Types (wie `Task&lt;User?&gt;`) vermeiden wir lästige Compiler-Meldungen.</a:t>
            </a:r>
          </a:p>
          <a:p/>
          <a:p>
            <a:r>
              <a:t>Darüber hinaus passt sich das Entity Framework über die Modelle perfekt an das übergebene SQL-Datenbankschema an. Wir erhalten somit nicht irgendeinen generischen C#-Code, sondern maßgeschneiderte Klassen, die sofort nahtlos mit unserer bestehenden SQL-Datenbank zusammenarbeiten!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Sprecher: Aldin &amp; Amadin | Dauer: ca. 1.5 - 2 Minuten</a:t>
            </a:r>
          </a:p>
          <a:p/>
          <a:p>
            <a:r>
              <a:t>=== SPRECHTEXT ===</a:t>
            </a:r>
          </a:p>
          <a:p/>
          <a:p>
            <a:r>
              <a:t>Kommen wir zum Fazit unserer KIS4-Reise mit 'WebLegacy AI'. Was nehmen wir als Entwickler aus diesem Projekt mit?</a:t>
            </a:r>
          </a:p>
          <a:p/>
          <a:p>
            <a:r>
              <a:t>Erstens: Die KI gibt uns Entwicklern echte Superkräfte. Sie nimmt uns die stupfe Fleißarbeit ab – wie z. B. das manuelle Schreiben von DTO-Klassen, Dependency Injection Konfigurationen oder Datenmodellen. Wir fokussieren uns stattdessen voll auf die Architektur.</a:t>
            </a:r>
          </a:p>
          <a:p/>
          <a:p>
            <a:r>
              <a:t>Zweitens: Prompts sind der neue Code. Die Qualität des generierten C#-Codes steht und fällt mit der Qualität der Anweisungen an Gemini. Mit präzisen Compiler-Richtlinien können wir Code erzeugen, der ohne eine einzige Warnung kompiliert.</a:t>
            </a:r>
          </a:p>
          <a:p/>
          <a:p>
            <a:r>
              <a:t>Drittens: Schemabasiertes Generieren ist Pflicht. Nur wer der KI feste Leitplanken in Form eines exakten Datenbankschemas gibt, erhält lauffähige und integrierbare Unternehmenssoftware.</a:t>
            </a:r>
          </a:p>
          <a:p/>
          <a:p>
            <a:r>
              <a:t>Damit sind wir am Ende unserer Präsentation angekommen. Wir hoffen, wir konnten euch zeigen, wie spannend KI-gestützte Modernisierung ist.</a:t>
            </a:r>
          </a:p>
          <a:p/>
          <a:p>
            <a:r>
              <a:t>Vielen Dank für eure Aufmerksamkeit! Wir freuen uns jetzt riesig auf eure Fragen und eine tolle Diskussion.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100584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8961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EA5E9"/>
                </a:solidFill>
                <a:latin typeface="Segoe UI"/>
              </a:defRPr>
            </a:pPr>
            <a:r>
              <a:t>PROJEKT-PRÄSENTATION  |  KIS4 - UPDATE</a:t>
            </a:r>
          </a:p>
          <a:p>
            <a:pPr>
              <a:spcAft>
                <a:spcPts val="600"/>
              </a:spcAft>
              <a:defRPr sz="5600" b="1">
                <a:solidFill>
                  <a:srgbClr val="14B8A6"/>
                </a:solidFill>
                <a:latin typeface="Segoe UI"/>
              </a:defRPr>
            </a:pPr>
            <a:r>
              <a:t>WebLegacy AI</a:t>
            </a:r>
          </a:p>
          <a:p>
            <a:pPr>
              <a:spcAft>
                <a:spcPts val="3600"/>
              </a:spcAft>
              <a:defRPr sz="2000">
                <a:solidFill>
                  <a:srgbClr val="E2E8F0"/>
                </a:solidFill>
                <a:latin typeface="Segoe UI"/>
              </a:defRPr>
            </a:pPr>
            <a:r>
              <a:t>Robuste PHP-zu-C# Migration mit Target-Schema &amp; Compiler-Check</a:t>
            </a:r>
          </a:p>
          <a:p>
            <a:pPr>
              <a:defRPr sz="1600" b="1">
                <a:solidFill>
                  <a:srgbClr val="94A3B8"/>
                </a:solidFill>
                <a:latin typeface="Segoe UI"/>
              </a:defRPr>
            </a:pPr>
            <a:r>
              <a:t>Entwickelt von Aldin Memic &amp; Amadin Six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4B8A6"/>
                </a:solidFill>
                <a:latin typeface="Segoe UI"/>
              </a:defRPr>
            </a:pPr>
            <a:r>
              <a:t>Das Problem: Der PHP-Monolith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Folie 2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1. Spaghetti-Code</a:t>
            </a:r>
          </a:p>
          <a:p>
            <a:pPr>
              <a:defRPr sz="1400">
                <a:solidFill>
                  <a:srgbClr val="E2E8F0"/>
                </a:solidFill>
                <a:latin typeface="Segoe UI"/>
              </a:defRPr>
            </a:pPr>
            <a:r>
              <a:t>HTML-Ausgabe, Logik und Datenbankabfragen sind komplett in einer PHP-Datei vermischt. Es gibt keine klare Struktur.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2. Keine Typensicherheit</a:t>
            </a:r>
          </a:p>
          <a:p>
            <a:pPr>
              <a:defRPr sz="1400">
                <a:solidFill>
                  <a:srgbClr val="E2E8F0"/>
                </a:solidFill>
                <a:latin typeface="Segoe UI"/>
              </a:defRPr>
            </a:pPr>
            <a:r>
              <a:t>PHP ist dynamisch typisiert. Ob eine Variable Text, Zahl oder Datenbank-Ergebnis ist, merkt man oft erst beim Absturz.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3. SQL-Abfragen im Code</a:t>
            </a:r>
          </a:p>
          <a:p>
            <a:pPr>
              <a:defRPr sz="1400">
                <a:solidFill>
                  <a:srgbClr val="E2E8F0"/>
                </a:solidFill>
                <a:latin typeface="Segoe UI"/>
              </a:defRPr>
            </a:pPr>
            <a:r>
              <a:t>Rohe mysqli-Queries ohne Schutzbarrieren. Ein falsches Zeichen im Eingabefeld und Hacker können die Datenbank auslesen.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4. Wartungs-Hölle</a:t>
            </a:r>
          </a:p>
          <a:p>
            <a:pPr>
              <a:defRPr sz="1400">
                <a:solidFill>
                  <a:srgbClr val="E2E8F0"/>
                </a:solidFill>
                <a:latin typeface="Segoe UI"/>
              </a:defRPr>
            </a:pPr>
            <a:r>
              <a:t>Änderungen an einem einzigen Skript führen an ganz anderen, scheinbar unbeteiligten Stellen zu unvorhersehbaren Fehlern.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4B8A6"/>
                </a:solidFill>
                <a:latin typeface="Segoe UI"/>
              </a:defRPr>
            </a:pPr>
            <a:r>
              <a:t>Die Vision: Struktur statt nur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Folie 3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114800" cy="42976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566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Die goldene Regel:</a:t>
            </a:r>
          </a:p>
          <a:p>
            <a:pPr>
              <a:spcAft>
                <a:spcPts val="1600"/>
              </a:spcAft>
              <a:defRPr sz="2800" b="1" i="1">
                <a:solidFill>
                  <a:srgbClr val="0F172A"/>
                </a:solidFill>
                <a:latin typeface="Segoe UI"/>
              </a:defRPr>
            </a:pPr>
            <a:r>
              <a:t>"Wer PHP-Spaghetti 1:1 übersetzt, erhält am Ende nur C#-Spaghetti!"</a:t>
            </a:r>
          </a:p>
          <a:p>
            <a:pPr>
              <a:defRPr sz="1500">
                <a:solidFill>
                  <a:srgbClr val="0F172A"/>
                </a:solidFill>
                <a:latin typeface="Segoe UI"/>
              </a:defRPr>
            </a:pPr>
            <a:r>
              <a:t>Unsere Engine liest PHP-Code, zieht den Sinn heraus und passt ihn an die Zieldatenbank und moderne C#-Patterns 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645920"/>
            <a:ext cx="6126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✔  Verstehen der Absicht (Business Intent)</a:t>
            </a:r>
          </a:p>
          <a:p>
            <a:pPr>
              <a:spcAft>
                <a:spcPts val="1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Die KI analysiert die logische Absicht des PHP-Codes unabhängig von der Syntax.</a:t>
            </a:r>
          </a:p>
          <a:p>
            <a:pPr>
              <a:spcAft>
                <a:spcPts val="4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✔  NEU: Target SQL Database Schema Mapping</a:t>
            </a:r>
          </a:p>
          <a:p>
            <a:pPr>
              <a:spcAft>
                <a:spcPts val="1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Wir übergeben der Engine das exakte SQL-Schema der Zieldatenbank. Die KI ordnet C#-Klassen den Tabellen &amp; Beziehungen präzise zu.</a:t>
            </a:r>
          </a:p>
          <a:p>
            <a:pPr>
              <a:spcAft>
                <a:spcPts val="4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✔  Controller-Service-Repository Pattern</a:t>
            </a:r>
          </a:p>
          <a:p>
            <a:pPr>
              <a:spcAft>
                <a:spcPts val="1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Wir zerschneiden PHP-Monolithen sauber in Schichten (Web-Schnittstelle, Logik, DB-Zugriff).</a:t>
            </a:r>
          </a:p>
          <a:p>
            <a:pPr>
              <a:spcAft>
                <a:spcPts val="4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✔  Boilerplate-Reduzierung</a:t>
            </a:r>
          </a:p>
          <a:p>
            <a:pPr>
              <a:spcAft>
                <a:spcPts val="1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Integration von Dependency Injection (DI) und modernen asynchronen Programmiermustern (async/await).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4B8A6"/>
                </a:solidFill>
                <a:latin typeface="Segoe UI"/>
              </a:defRPr>
            </a:pPr>
            <a:r>
              <a:t>Wie es funktioniert: Der 3-Schritte-Ablauf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Folie 4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14B8A6"/>
                </a:solidFill>
                <a:latin typeface="Segoe UI"/>
              </a:defRPr>
            </a:pPr>
            <a:r>
              <a:t>1. Analyse (Intent)</a:t>
            </a:r>
          </a:p>
          <a:p>
            <a:pPr>
              <a:spcAft>
                <a:spcPts val="20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Die Engine liest den PHP-Quelltext ein und zieht mit Gemini den Sinn (Business Intent) und die Geschäftsregeln heraus.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• PHP-Parsing</a:t>
            </a:r>
            <a:br/>
            <a:r>
              <a:t>• Intent-Extraktion</a:t>
            </a:r>
            <a:br/>
            <a:r>
              <a:t>• Logik-Zusammenfassung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29184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8288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0EA5E9"/>
                </a:solidFill>
                <a:latin typeface="Segoe UI"/>
              </a:defRPr>
            </a:pPr>
            <a:r>
              <a:t>2. Mapping (Struktur)</a:t>
            </a:r>
          </a:p>
          <a:p>
            <a:pPr>
              <a:spcAft>
                <a:spcPts val="20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Die KI gleicht die Logik mit dem optionalen SQL-Datenbankschema ab und definiert die typsicheren C#-Datenmodelle.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• DB SQL Schema Abgleich</a:t>
            </a:r>
            <a:br/>
            <a:r>
              <a:t>• Datentyp-Mapping</a:t>
            </a:r>
            <a:br/>
            <a:r>
              <a:t>• API Endpoint Routing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29184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14B8A6"/>
                </a:solidFill>
                <a:latin typeface="Segoe UI"/>
              </a:defRPr>
            </a:pPr>
            <a:r>
              <a:t>3. Generation (C#)</a:t>
            </a:r>
          </a:p>
          <a:p>
            <a:pPr>
              <a:spcAft>
                <a:spcPts val="20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Das System erzeugt das ASP.NET Core Projekt und wendet strikte Kompilierungsregeln für fehlerfreien Code an.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• ASP.NET Core API</a:t>
            </a:r>
            <a:br/>
            <a:r>
              <a:t>• Strikte Usings &amp; Nulls</a:t>
            </a:r>
            <a:br/>
            <a:r>
              <a:t>• Auto-Refactoring &amp;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4B8A6"/>
                </a:solidFill>
                <a:latin typeface="Segoe UI"/>
              </a:defRPr>
            </a:pPr>
            <a:r>
              <a:t>Die Hürden: Die C# Compiler-Falle knacken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Folie 5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43F5E"/>
                </a:solidFill>
                <a:latin typeface="Segoe UI"/>
              </a:defRPr>
            </a:pPr>
            <a:r>
              <a:t>✗  API-Ausfälle (HTTP 503 Server Overload)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Gemini-Server blockieren bei hoher Last. Das unterbricht automatisierte Pipelines.</a:t>
            </a:r>
          </a:p>
          <a:p/>
          <a:p>
            <a:pPr>
              <a:spcAft>
                <a:spcPts val="400"/>
              </a:spcAft>
              <a:defRPr sz="1600" b="1">
                <a:solidFill>
                  <a:srgbClr val="F43F5E"/>
                </a:solidFill>
                <a:latin typeface="Segoe UI"/>
              </a:defRPr>
            </a:pPr>
            <a:r>
              <a:t>✗  Die Compiler-Falle (Usings &amp; Nullables)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Modelle vergessen oft Imports wie 'Storage' bei EF Core Transaktionen (CS0246) oder missachten Nullable-Warnungen (CS8603).</a:t>
            </a:r>
          </a:p>
          <a:p/>
          <a:p>
            <a:pPr>
              <a:spcAft>
                <a:spcPts val="400"/>
              </a:spcAft>
              <a:defRPr sz="1600" b="1">
                <a:solidFill>
                  <a:srgbClr val="F43F5E"/>
                </a:solidFill>
                <a:latin typeface="Segoe UI"/>
              </a:defRPr>
            </a:pPr>
            <a:r>
              <a:t>✗  SQL-Typ-Verwirrung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Ohne Schema-Vorgabe rät die KI Datentypen und Fremdschlüssel. Die Tabellen passen am Ende nicht zusammen.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t>✔  Modell-Fallback &amp; Retry-System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Wechsel auf robustes 'gemini-2.5-flash' in utils/gemini_client.py und Einbau automatischer Retries.</a:t>
            </a:r>
          </a:p>
          <a:p/>
          <a:p>
            <a:pPr>
              <a:spcAft>
                <a:spcPts val="4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t>✔  Strikte C# Compiler-Regeln im Prompt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Wir zwingen die KI zu expliziten Usings, Nullable Handling (z.B. User?) und Async-Namensmustern.</a:t>
            </a:r>
          </a:p>
          <a:p/>
          <a:p>
            <a:pPr>
              <a:spcAft>
                <a:spcPts val="4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t>✔  Expliziter SQL-Schema-Upload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Übergabe des echten Ziel-Datenbankschemas zur fehlerfreien Entity-Generierung.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4B8A6"/>
                </a:solidFill>
                <a:latin typeface="Segoe UI"/>
              </a:defRPr>
            </a:pPr>
            <a:r>
              <a:t>Der API-Aufruf: Super simpel in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Folie 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114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14B8A6"/>
                </a:solidFill>
                <a:latin typeface="Segoe UI"/>
              </a:defRPr>
            </a:pPr>
            <a:r>
              <a:t>Die Magie in der Main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1. Schema laden: Mit '--schema-sql' wird die SQL-Definition der Zieldatenbank eingelesen.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2. Pipeline starten: Die Engine erhält die PHP-Dateien und das geladene SQL-Schema.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3. Migration ausführen: In 'run_migration()' laufen Analyse und C#-Generierung nacheinander ab.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4. Code schreiben: 'CSharpProjectGenerator' schreibt die typsicheren C#-Dateien direkt ins Ausgabeverzeichnis.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645920"/>
            <a:ext cx="612648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0" y="178308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15000" y="178308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0" y="178308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main.py (Python-Update)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103120"/>
            <a:ext cx="57607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ADE80"/>
                </a:solidFill>
                <a:latin typeface="Consolas"/>
              </a:defRPr>
            </a:pPr>
            <a:r>
              <a:t># 1. Datenbank SQL-Schema einlesen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sql_schema = None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if args.schema_sql: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      with open(args.schema_sql, 'r') as f: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              sql_schema = f.read()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4ADE80"/>
                </a:solidFill>
                <a:latin typeface="Consolas"/>
              </a:defRPr>
            </a:pPr>
            <a:r>
              <a:t># 2. Core Migration Engine starten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engine = MigrationEngine()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4ADE80"/>
                </a:solidFill>
                <a:latin typeface="Consolas"/>
              </a:defRPr>
            </a:pPr>
            <a:r>
              <a:t># 3. Analyse &amp; Generierung ausführen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result = engine.run_migration(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      php_codes,</a:t>
            </a:r>
          </a:p>
          <a:p>
            <a:pPr>
              <a:spcAft>
                <a:spcPts val="200"/>
              </a:spcAft>
              <a:defRPr sz="1300">
                <a:solidFill>
                  <a:srgbClr val="FACC15"/>
                </a:solidFill>
                <a:latin typeface="Consolas"/>
              </a:defRPr>
            </a:pPr>
            <a:r>
              <a:t>        sql_schema=sql_schema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4ADE80"/>
                </a:solidFill>
                <a:latin typeface="Consolas"/>
              </a:defRPr>
            </a:pPr>
            <a:r>
              <a:t># 4. Sauberen C#-Projektcode erzeugen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generator = CSharpProjectGenerator()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generator.write_generated_code(result)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4B8A6"/>
                </a:solidFill>
                <a:latin typeface="Segoe UI"/>
              </a:defRPr>
            </a:pPr>
            <a:r>
              <a:t>Das Ergebnis: PHP vs.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Folie 7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EF4444"/>
                </a:solidFill>
                <a:latin typeface="Segoe UI"/>
              </a:defRPr>
            </a:pPr>
            <a:r>
              <a:t>Alt: PHP-Spaghetti (Monolith)</a:t>
            </a:r>
          </a:p>
          <a:p>
            <a:pPr>
              <a:spcAft>
                <a:spcPts val="4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✗  Wilde Verknüpfung von HTML &amp; Logik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Code liest sich chaotisch. Design-Änderungen zerschießen die Programmlogik.</a:t>
            </a:r>
          </a:p>
          <a:p>
            <a:pPr>
              <a:spcAft>
                <a:spcPts val="4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✗  Direktes Absenden von SQL-Text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Keine schützende Trennschicht zur Datenbank. Hohes Sicherheitsrisiko (SQL-Injection).</a:t>
            </a:r>
          </a:p>
          <a:p>
            <a:pPr>
              <a:spcAft>
                <a:spcPts val="4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✗  Fehlende Typen-Checks im System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Variablen können spontan ihren Typ ändern. Fehler fallen erst beim Kunden zur Laufzeit auf.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14B8A6"/>
                </a:solidFill>
                <a:latin typeface="Segoe UI"/>
              </a:defRPr>
            </a:pPr>
            <a:r>
              <a:t>Neu: Modernes C# (ASP.NET Core)</a:t>
            </a:r>
          </a:p>
          <a:p>
            <a:pPr>
              <a:spcAft>
                <a:spcPts val="4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t>✔  Saubere 3-Schichten-Architektur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Controller für Routing, Services für Geschäftslogik, Repositories für DB-Zugriffe.</a:t>
            </a:r>
          </a:p>
          <a:p>
            <a:pPr>
              <a:spcAft>
                <a:spcPts val="4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t>✔  Compiler-proof &amp; Warnungsfrei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Volle Einbindung aller Namespace-Usings. Keine CS8603 Null-Referenz-Warnungen durch '?'-Typen.</a:t>
            </a:r>
          </a:p>
          <a:p>
            <a:pPr>
              <a:spcAft>
                <a:spcPts val="4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t>✔  Exaktes EF Core SQL Schema-Mapping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Perfekte Abbildung der Tabellen, Fremdschlüssel und Beziehungen des Zieldatenbankschemas.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4B8A6"/>
                </a:solidFill>
                <a:latin typeface="Segoe UI"/>
              </a:defRPr>
            </a:pPr>
            <a:r>
              <a:t>Fazit: Die Zukunft der Web-Entwicklung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Folie 8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B8A6"/>
                </a:solidFill>
                <a:latin typeface="Segoe UI"/>
              </a:defRPr>
            </a:pPr>
            <a:r>
              <a:t>1. Entwickler-Superkräfte</a:t>
            </a:r>
          </a:p>
          <a:p>
            <a:pPr>
              <a:defRPr sz="1300">
                <a:solidFill>
                  <a:srgbClr val="E2E8F0"/>
                </a:solidFill>
                <a:latin typeface="Segoe UI"/>
              </a:defRPr>
            </a:pPr>
            <a:r>
              <a:t>KI wird uns nicht ersetzen, aber sie nimmt uns die stupfe Fleißarbeit ab. Wir fokussieren uns auf die Architektur und die eigentliche Logik.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2. Prompts sind echter Code</a:t>
            </a:r>
          </a:p>
          <a:p>
            <a:pPr>
              <a:defRPr sz="1300">
                <a:solidFill>
                  <a:srgbClr val="E2E8F0"/>
                </a:solidFill>
                <a:latin typeface="Segoe UI"/>
              </a:defRPr>
            </a:pPr>
            <a:r>
              <a:t>Wie gut der generierte Code ist, entscheidet das Prompt-Engineering. Präzise Architekturrichtlinien und Strukturvorgaben im Prompt sind Pflicht.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B8A6"/>
                </a:solidFill>
                <a:latin typeface="Segoe UI"/>
              </a:defRPr>
            </a:pPr>
            <a:r>
              <a:t>3. Schema-Validierung ist Pflicht</a:t>
            </a:r>
          </a:p>
          <a:p>
            <a:pPr>
              <a:defRPr sz="1300">
                <a:solidFill>
                  <a:srgbClr val="E2E8F0"/>
                </a:solidFill>
                <a:latin typeface="Segoe UI"/>
              </a:defRPr>
            </a:pPr>
            <a:r>
              <a:t>Erst durch den Abgleich mit dem echten Zieldatenbank-Schema wird der Code produktionsreif. KI-Generierung braucht stets feste Leitplanken.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Fragen &amp; Diskussion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Vielen Dank für eure Aufmerksamkeit!</a:t>
            </a:r>
            <a:br/>
            <a:r>
              <a:t>Wir freuen uns auf eure Fragen und Feedback zu WebLegacy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